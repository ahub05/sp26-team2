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regular.fntdata"/><Relationship Id="rId12" Type="http://schemas.openxmlformats.org/officeDocument/2006/relationships/slide" Target="slides/slide6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95c00e5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95c00e5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95c00e54c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95c00e54c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95c00e54c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95c00e54c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95c00e54c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95c00e54c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95c00e54c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95c00e54c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95c00e54c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95c00e54c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59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59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Minerva’s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Adrian Escobar &amp; Alexander Hubbard</a:t>
            </a:r>
            <a:endParaRPr sz="2900"/>
          </a:p>
        </p:txBody>
      </p:sp>
      <p:sp>
        <p:nvSpPr>
          <p:cNvPr id="410" name="Google Shape;410;p59"/>
          <p:cNvSpPr txBox="1"/>
          <p:nvPr>
            <p:ph idx="2" type="title"/>
          </p:nvPr>
        </p:nvSpPr>
        <p:spPr>
          <a:xfrm>
            <a:off x="4629750" y="4778975"/>
            <a:ext cx="13926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Minerva’s List</a:t>
            </a:r>
            <a:endParaRPr/>
          </a:p>
        </p:txBody>
      </p:sp>
      <p:sp>
        <p:nvSpPr>
          <p:cNvPr id="411" name="Google Shape;411;p59"/>
          <p:cNvSpPr txBox="1"/>
          <p:nvPr>
            <p:ph idx="3" type="title"/>
          </p:nvPr>
        </p:nvSpPr>
        <p:spPr>
          <a:xfrm>
            <a:off x="61623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cxnSp>
        <p:nvCxnSpPr>
          <p:cNvPr id="412" name="Google Shape;412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/>
          <p:nvPr/>
        </p:nvSpPr>
        <p:spPr>
          <a:xfrm>
            <a:off x="283884" y="167406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8" name="Google Shape;418;p60"/>
          <p:cNvCxnSpPr/>
          <p:nvPr/>
        </p:nvCxnSpPr>
        <p:spPr>
          <a:xfrm>
            <a:off x="283850" y="2337356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60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60"/>
          <p:cNvCxnSpPr/>
          <p:nvPr/>
        </p:nvCxnSpPr>
        <p:spPr>
          <a:xfrm>
            <a:off x="283850" y="390089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60"/>
          <p:cNvCxnSpPr/>
          <p:nvPr/>
        </p:nvCxnSpPr>
        <p:spPr>
          <a:xfrm>
            <a:off x="283850" y="311912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60"/>
          <p:cNvSpPr/>
          <p:nvPr/>
        </p:nvSpPr>
        <p:spPr>
          <a:xfrm>
            <a:off x="283884" y="24558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60"/>
          <p:cNvSpPr/>
          <p:nvPr/>
        </p:nvSpPr>
        <p:spPr>
          <a:xfrm>
            <a:off x="283884" y="323761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60"/>
          <p:cNvSpPr/>
          <p:nvPr/>
        </p:nvSpPr>
        <p:spPr>
          <a:xfrm>
            <a:off x="283884" y="401937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60"/>
          <p:cNvSpPr txBox="1"/>
          <p:nvPr>
            <p:ph type="title"/>
          </p:nvPr>
        </p:nvSpPr>
        <p:spPr>
          <a:xfrm>
            <a:off x="283850" y="285900"/>
            <a:ext cx="42276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26" name="Google Shape;426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28" name="Google Shape;428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29" name="Google Shape;429;p6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What?</a:t>
            </a:r>
            <a:endParaRPr/>
          </a:p>
        </p:txBody>
      </p:sp>
      <p:sp>
        <p:nvSpPr>
          <p:cNvPr id="430" name="Google Shape;430;p6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04</a:t>
            </a:r>
            <a:endParaRPr/>
          </a:p>
        </p:txBody>
      </p:sp>
      <p:sp>
        <p:nvSpPr>
          <p:cNvPr id="431" name="Google Shape;431;p6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432" name="Google Shape;432;p60"/>
          <p:cNvSpPr txBox="1"/>
          <p:nvPr>
            <p:ph idx="6" type="subTitle"/>
          </p:nvPr>
        </p:nvSpPr>
        <p:spPr>
          <a:xfrm flipH="1">
            <a:off x="6793158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03</a:t>
            </a:r>
            <a:endParaRPr/>
          </a:p>
        </p:txBody>
      </p:sp>
      <p:sp>
        <p:nvSpPr>
          <p:cNvPr id="433" name="Google Shape;433;p6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Who?</a:t>
            </a:r>
            <a:endParaRPr/>
          </a:p>
        </p:txBody>
      </p:sp>
      <p:sp>
        <p:nvSpPr>
          <p:cNvPr id="434" name="Google Shape;434;p6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05</a:t>
            </a:r>
            <a:endParaRPr/>
          </a:p>
        </p:txBody>
      </p:sp>
      <p:sp>
        <p:nvSpPr>
          <p:cNvPr id="435" name="Google Shape;435;p6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436" name="Google Shape;436;p6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06</a:t>
            </a:r>
            <a:endParaRPr/>
          </a:p>
        </p:txBody>
      </p:sp>
      <p:cxnSp>
        <p:nvCxnSpPr>
          <p:cNvPr id="437" name="Google Shape;437;p6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61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61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Why this idea</a:t>
            </a:r>
            <a:endParaRPr/>
          </a:p>
        </p:txBody>
      </p:sp>
      <p:sp>
        <p:nvSpPr>
          <p:cNvPr id="445" name="Google Shape;445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6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Minerva’s List</a:t>
            </a:r>
            <a:endParaRPr/>
          </a:p>
        </p:txBody>
      </p:sp>
      <p:sp>
        <p:nvSpPr>
          <p:cNvPr id="447" name="Google Shape;447;p6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48" name="Google Shape;448;p61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UNCG fosters community that is filled with creative people. These students create, but their products float without a home.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9" name="Google Shape;449;p61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0" name="Google Shape;450;p61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61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61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61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62"/>
          <p:cNvSpPr txBox="1"/>
          <p:nvPr>
            <p:ph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app plans to solve</a:t>
            </a:r>
            <a:endParaRPr/>
          </a:p>
        </p:txBody>
      </p:sp>
      <p:sp>
        <p:nvSpPr>
          <p:cNvPr id="460" name="Google Shape;460;p6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Minerva’s List</a:t>
            </a:r>
            <a:endParaRPr/>
          </a:p>
        </p:txBody>
      </p:sp>
      <p:sp>
        <p:nvSpPr>
          <p:cNvPr id="461" name="Google Shape;461;p6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62" name="Google Shape;462;p62"/>
          <p:cNvSpPr txBox="1"/>
          <p:nvPr>
            <p:ph idx="1" type="body"/>
          </p:nvPr>
        </p:nvSpPr>
        <p:spPr>
          <a:xfrm>
            <a:off x="24574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Offer one platform for students to cell products and </a:t>
            </a:r>
            <a:r>
              <a:rPr lang="en"/>
              <a:t>services</a:t>
            </a:r>
            <a:endParaRPr/>
          </a:p>
        </p:txBody>
      </p:sp>
      <p:sp>
        <p:nvSpPr>
          <p:cNvPr id="463" name="Google Shape;463;p62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Authorize only uncg accounts in order to hold sellers </a:t>
            </a:r>
            <a:r>
              <a:rPr lang="en"/>
              <a:t>accountability</a:t>
            </a:r>
            <a:endParaRPr/>
          </a:p>
        </p:txBody>
      </p:sp>
      <p:sp>
        <p:nvSpPr>
          <p:cNvPr id="464" name="Google Shape;464;p62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 ratings and reviews to help gauge sellers and quality</a:t>
            </a:r>
            <a:endParaRPr/>
          </a:p>
        </p:txBody>
      </p:sp>
      <p:sp>
        <p:nvSpPr>
          <p:cNvPr id="465" name="Google Shape;465;p62"/>
          <p:cNvSpPr/>
          <p:nvPr/>
        </p:nvSpPr>
        <p:spPr>
          <a:xfrm>
            <a:off x="2456701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62"/>
          <p:cNvSpPr/>
          <p:nvPr/>
        </p:nvSpPr>
        <p:spPr>
          <a:xfrm>
            <a:off x="4655042" y="3100836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62"/>
          <p:cNvSpPr/>
          <p:nvPr/>
        </p:nvSpPr>
        <p:spPr>
          <a:xfrm>
            <a:off x="6801409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62"/>
          <p:cNvCxnSpPr/>
          <p:nvPr/>
        </p:nvCxnSpPr>
        <p:spPr>
          <a:xfrm>
            <a:off x="283850" y="291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62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63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63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this for?</a:t>
            </a:r>
            <a:endParaRPr/>
          </a:p>
        </p:txBody>
      </p:sp>
      <p:sp>
        <p:nvSpPr>
          <p:cNvPr id="477" name="Google Shape;477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6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Minerva’s List</a:t>
            </a:r>
            <a:endParaRPr/>
          </a:p>
        </p:txBody>
      </p:sp>
      <p:sp>
        <p:nvSpPr>
          <p:cNvPr id="479" name="Google Shape;479;p6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80" name="Google Shape;480;p63"/>
          <p:cNvSpPr txBox="1"/>
          <p:nvPr>
            <p:ph idx="1" type="body"/>
          </p:nvPr>
        </p:nvSpPr>
        <p:spPr>
          <a:xfrm>
            <a:off x="4629550" y="37846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 UNCG students!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81" name="Google Shape;481;p63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63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63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63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9" name="Google Shape;489;p64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64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" name="Google Shape;491;p64" title="UNCG_Campus.jpg"/>
          <p:cNvPicPr preferRelativeResize="0"/>
          <p:nvPr/>
        </p:nvPicPr>
        <p:blipFill rotWithShape="1">
          <a:blip r:embed="rId3">
            <a:alphaModFix/>
          </a:blip>
          <a:srcRect b="0" l="13656" r="13663" t="0"/>
          <a:stretch/>
        </p:blipFill>
        <p:spPr>
          <a:xfrm>
            <a:off x="3185700" y="290550"/>
            <a:ext cx="5670798" cy="4388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" name="Google Shape;492;p64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64"/>
          <p:cNvSpPr txBox="1"/>
          <p:nvPr/>
        </p:nvSpPr>
        <p:spPr>
          <a:xfrm>
            <a:off x="284850" y="1440575"/>
            <a:ext cx="2056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 questions? Ask away!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64"/>
          <p:cNvSpPr txBox="1"/>
          <p:nvPr/>
        </p:nvSpPr>
        <p:spPr>
          <a:xfrm>
            <a:off x="284700" y="456375"/>
            <a:ext cx="2054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64"/>
          <p:cNvSpPr txBox="1"/>
          <p:nvPr/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64"/>
          <p:cNvSpPr txBox="1"/>
          <p:nvPr/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64"/>
          <p:cNvSpPr txBox="1"/>
          <p:nvPr/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64"/>
          <p:cNvSpPr txBox="1"/>
          <p:nvPr/>
        </p:nvSpPr>
        <p:spPr>
          <a:xfrm>
            <a:off x="288625" y="4778975"/>
            <a:ext cx="42273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6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Minerva’s List</a:t>
            </a:r>
            <a:endParaRPr/>
          </a:p>
        </p:txBody>
      </p:sp>
      <p:sp>
        <p:nvSpPr>
          <p:cNvPr id="500" name="Google Shape;500;p6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cxnSp>
        <p:nvCxnSpPr>
          <p:cNvPr id="501" name="Google Shape;501;p64"/>
          <p:cNvCxnSpPr/>
          <p:nvPr/>
        </p:nvCxnSpPr>
        <p:spPr>
          <a:xfrm>
            <a:off x="283850" y="3217775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